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645920"/>
            <a:ext cx="365760" cy="365760"/>
          </a:xfrm>
          <a:prstGeom prst="ellipse">
            <a:avLst/>
          </a:prstGeom>
          <a:solidFill>
            <a:srgbClr val="F2A413"/>
          </a:solidFill>
          <a:ln w="12700">
            <a:solidFill>
              <a:srgbClr val="F2A41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219456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QUL Loader Navigation POC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914400" y="320040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切り替えと仮想キー通知の流れ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914400" y="393192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DB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設計まとめ — フローダイアグラム集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6035040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docs/design.md / docs/flows.md と一緒に参照してください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アーキテクチャ俯瞰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主要 singleton (5) + 基底コンポーネント (2) + 派生 Scene/View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2103120" cy="1005840"/>
          </a:xfrm>
          <a:prstGeom prst="rect">
            <a:avLst/>
          </a:prstGeom>
          <a:solidFill>
            <a:srgbClr val="FFFFFF"/>
          </a:solidFill>
          <a:ln w="25400">
            <a:solidFill>
              <a:srgbClr val="1E276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463040"/>
            <a:ext cx="2103120" cy="457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5544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SceneId / ViewId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187452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enum + ファイル名/表示名 helper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788920" y="1463040"/>
            <a:ext cx="2103120" cy="1005840"/>
          </a:xfrm>
          <a:prstGeom prst="rect">
            <a:avLst/>
          </a:prstGeom>
          <a:solidFill>
            <a:srgbClr val="FFFFFF"/>
          </a:solidFill>
          <a:ln w="25400">
            <a:solidFill>
              <a:srgbClr val="1E276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88920" y="1463040"/>
            <a:ext cx="2103120" cy="457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880360" y="15544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Mediator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880360" y="187452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ナビゲーション意図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履歴 / nextLoadingViewId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029200" y="1463040"/>
            <a:ext cx="2103120" cy="1005840"/>
          </a:xfrm>
          <a:prstGeom prst="rect">
            <a:avLst/>
          </a:prstGeom>
          <a:solidFill>
            <a:srgbClr val="FFFFFF"/>
          </a:solidFill>
          <a:ln w="25400">
            <a:solidFill>
              <a:srgbClr val="1E276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29200" y="1463040"/>
            <a:ext cx="2103120" cy="457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120640" y="15544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TransitionManager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120640" y="187452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スロット管理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lifecycle 通知 / 待合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269480" y="1463040"/>
            <a:ext cx="2103120" cy="1005840"/>
          </a:xfrm>
          <a:prstGeom prst="rect">
            <a:avLst/>
          </a:prstGeom>
          <a:solidFill>
            <a:srgbClr val="FFFFFF"/>
          </a:solidFill>
          <a:ln w="25400">
            <a:solidFill>
              <a:srgbClr val="1E276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269480" y="1463040"/>
            <a:ext cx="2103120" cy="457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60920" y="15544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KeyDispatcher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360920" y="187452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仮想キー配送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 段 / property-token)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9509760" y="1463040"/>
            <a:ext cx="2103120" cy="1005840"/>
          </a:xfrm>
          <a:prstGeom prst="rect">
            <a:avLst/>
          </a:prstGeom>
          <a:solidFill>
            <a:srgbClr val="FFFFFF"/>
          </a:solidFill>
          <a:ln w="25400">
            <a:solidFill>
              <a:srgbClr val="5A648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509760" y="1463040"/>
            <a:ext cx="2103120" cy="45720"/>
          </a:xfrm>
          <a:prstGeom prst="rect">
            <a:avLst/>
          </a:prstGeom>
          <a:solidFill>
            <a:srgbClr val="5A6480"/>
          </a:solidFill>
          <a:ln w="12700">
            <a:solidFill>
              <a:srgbClr val="5A648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601200" y="15544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Logger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601200" y="187452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統一ログ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(timestamp / nameOf)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697480" y="2926080"/>
            <a:ext cx="3200400" cy="914400"/>
          </a:xfrm>
          <a:prstGeom prst="rect">
            <a:avLst/>
          </a:prstGeom>
          <a:solidFill>
            <a:srgbClr val="FFFFFF"/>
          </a:solidFill>
          <a:ln w="25400">
            <a:solidFill>
              <a:srgbClr val="F2A41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697480" y="2926080"/>
            <a:ext cx="3200400" cy="45720"/>
          </a:xfrm>
          <a:prstGeom prst="rect">
            <a:avLst/>
          </a:prstGeom>
          <a:solidFill>
            <a:srgbClr val="F2A413"/>
          </a:solidFill>
          <a:ln w="12700">
            <a:solidFill>
              <a:srgbClr val="F2A41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88920" y="30175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A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SceneBase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788920" y="33375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ViewSlot ペア (scene フィルタ) + 入力吸収 hook (handleAbsorb)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263640" y="2926080"/>
            <a:ext cx="3200400" cy="914400"/>
          </a:xfrm>
          <a:prstGeom prst="rect">
            <a:avLst/>
          </a:prstGeom>
          <a:solidFill>
            <a:srgbClr val="FFFFFF"/>
          </a:solidFill>
          <a:ln w="25400">
            <a:solidFill>
              <a:srgbClr val="F2A41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263640" y="2926080"/>
            <a:ext cx="3200400" cy="45720"/>
          </a:xfrm>
          <a:prstGeom prst="rect">
            <a:avLst/>
          </a:prstGeom>
          <a:solidFill>
            <a:srgbClr val="F2A413"/>
          </a:solidFill>
          <a:ln w="12700">
            <a:solidFill>
              <a:srgbClr val="F2A41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355080" y="30175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A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ViewBase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355080" y="33375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lifecycle 契約 + フック (onEntering / performEnter / onViewKey)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thisViewId 自己取得 (同 QML 多重 ID 対応)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697480" y="4297680"/>
            <a:ext cx="3200400" cy="1280160"/>
          </a:xfrm>
          <a:prstGeom prst="rect">
            <a:avLst/>
          </a:prstGeom>
          <a:solidFill>
            <a:srgbClr val="FFFFFF"/>
          </a:solidFill>
          <a:ln w="25400">
            <a:solidFill>
              <a:srgbClr val="1E2761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697480" y="4297680"/>
            <a:ext cx="3200400" cy="457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788920" y="43891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OpeningScene / NormalScene / ClosingScene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2788920" y="470916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thisSceneId と handleAbsorb の上書きのみ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例: NormalScene が MENU/HOME CLICK 吸収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263640" y="4297680"/>
            <a:ext cx="3200400" cy="1280160"/>
          </a:xfrm>
          <a:prstGeom prst="rect">
            <a:avLst/>
          </a:prstGeom>
          <a:solidFill>
            <a:srgbClr val="FFFFFF"/>
          </a:solidFill>
          <a:ln w="25400">
            <a:solidFill>
              <a:srgbClr val="1E276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263640" y="4297680"/>
            <a:ext cx="3200400" cy="457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355080" y="43891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OpeningView / HomeView / MenuView / Sample1/2View / ClosingView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355080" y="470916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thisViewId 指定 + フック override で 20〜40 行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Sample2View は a/b 両対応 (内部変数で挙動分岐)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2697480" y="5852160"/>
            <a:ext cx="6766560" cy="640080"/>
          </a:xfrm>
          <a:prstGeom prst="rect">
            <a:avLst/>
          </a:prstGeom>
          <a:solidFill>
            <a:srgbClr val="FFFFFF"/>
          </a:solidFill>
          <a:ln w="25400">
            <a:solidFill>
              <a:srgbClr val="162038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697480" y="5852160"/>
            <a:ext cx="6766560" cy="45720"/>
          </a:xfrm>
          <a:prstGeom prst="rect">
            <a:avLst/>
          </a:prstGeom>
          <a:solidFill>
            <a:srgbClr val="162038"/>
          </a:solidFill>
          <a:ln w="12700">
            <a:solidFill>
              <a:srgbClr val="16203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788920" y="5943600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Main.qml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2788920" y="6263640"/>
            <a:ext cx="6583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 + 物理キー → 仮想キー変換 + SceneSlot ペア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11247120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仮想キー通知の全体像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物理キー → 仮想キー → Scene → View の 2 段配送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2286000"/>
            <a:ext cx="1737360" cy="914400"/>
          </a:xfrm>
          <a:prstGeom prst="rect">
            <a:avLst/>
          </a:prstGeom>
          <a:solidFill>
            <a:srgbClr val="FFFFFF"/>
          </a:solidFill>
          <a:ln w="25400">
            <a:solidFill>
              <a:srgbClr val="1E276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2286000"/>
            <a:ext cx="1737360" cy="457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3774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物理キー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269748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A/S/D/Z/X/C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(Qt.Key_*)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194560" y="2743200"/>
            <a:ext cx="365760" cy="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560320" y="2286000"/>
            <a:ext cx="2011680" cy="914400"/>
          </a:xfrm>
          <a:prstGeom prst="rect">
            <a:avLst/>
          </a:prstGeom>
          <a:solidFill>
            <a:srgbClr val="FFFFFF"/>
          </a:solidFill>
          <a:ln w="25400">
            <a:solidFill>
              <a:srgbClr val="1E276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560320" y="2286000"/>
            <a:ext cx="2011680" cy="457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51760" y="23774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Main.qml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651760" y="26974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Keys.onPressed/Released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physicalToVirtual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0" y="2743200"/>
            <a:ext cx="365760" cy="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4937760" y="2286000"/>
            <a:ext cx="2194560" cy="914400"/>
          </a:xfrm>
          <a:prstGeom prst="rect">
            <a:avLst/>
          </a:prstGeom>
          <a:solidFill>
            <a:srgbClr val="FFFFFF"/>
          </a:solidFill>
          <a:ln w="25400">
            <a:solidFill>
              <a:srgbClr val="1E276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937760" y="2286000"/>
            <a:ext cx="2194560" cy="457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0" y="23774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KeyDispatcher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029200" y="26974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dispatchToScene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sceneEventGen ++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132320" y="2743200"/>
            <a:ext cx="365760" cy="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7498080" y="2286000"/>
            <a:ext cx="2011680" cy="914400"/>
          </a:xfrm>
          <a:prstGeom prst="rect">
            <a:avLst/>
          </a:prstGeom>
          <a:solidFill>
            <a:srgbClr val="FFFFFF"/>
          </a:solidFill>
          <a:ln w="25400">
            <a:solidFill>
              <a:srgbClr val="1E276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498080" y="2286000"/>
            <a:ext cx="2011680" cy="457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9520" y="23774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SceneBase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589520" y="26974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onSceneEventGenChanged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handleAbsorb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9509760" y="2743200"/>
            <a:ext cx="365760" cy="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9875520" y="2286000"/>
            <a:ext cx="1828800" cy="914400"/>
          </a:xfrm>
          <a:prstGeom prst="rect">
            <a:avLst/>
          </a:prstGeom>
          <a:solidFill>
            <a:srgbClr val="FFFFFF"/>
          </a:solidFill>
          <a:ln w="25400">
            <a:solidFill>
              <a:srgbClr val="1E276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875520" y="2286000"/>
            <a:ext cx="1828800" cy="457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966960" y="23774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ViewBase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966960" y="26974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viewEventGen ++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onViewKey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57200" y="3657600"/>
            <a:ext cx="112471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合成: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で PRESS と RELEASE の対が成立したら CLICK を追加発火 (autoRepeat は除外)
</a:t>
            </a:r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吸収判定: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Scene の handleAbsorb() が true を返すと view に転送せず、scene が直接処理する (例: NormalScene の MENU/HOME)
</a:t>
            </a:r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入力一時停止: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TransitionManager の遷移中は KeyDispatcher.enabled = false で dispatch を no-op 化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57200" y="5943600"/>
            <a:ext cx="11247120" cy="548640"/>
          </a:xfrm>
          <a:prstGeom prst="rect">
            <a:avLst/>
          </a:prstGeom>
          <a:solidFill>
            <a:srgbClr val="CADCFC"/>
          </a:solidFill>
          <a:ln w="6350">
            <a:solidFill>
              <a:srgbClr val="9DB5E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94360" y="59893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配送通知は signal を使わず property-token + binding + on*Changed パターン (QUL 互換)。詳細は p.10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1247120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仮想キー通知 シーケンス: HOME(X) CLICK で normal/home へ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NormalScene が HOME CLICK を吸収する例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143000" y="1463040"/>
            <a:ext cx="10469880" cy="502920"/>
          </a:xfrm>
          <a:prstGeom prst="rect">
            <a:avLst/>
          </a:prstGeom>
          <a:solidFill>
            <a:srgbClr val="CADCFC"/>
          </a:solidFill>
          <a:ln w="6350">
            <a:solidFill>
              <a:srgbClr val="9DB5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80160" y="1508760"/>
            <a:ext cx="10287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 Qt.Key_X (HOME)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280160" y="1783080"/>
            <a:ext cx="10287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物理キー X を押下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77240" y="1965960"/>
            <a:ext cx="0" cy="73152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548640" y="2130552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1305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143000" y="2084832"/>
            <a:ext cx="10469880" cy="502920"/>
          </a:xfrm>
          <a:prstGeom prst="rect">
            <a:avLst/>
          </a:prstGeom>
          <a:solidFill>
            <a:srgbClr val="CADCFC"/>
          </a:solidFill>
          <a:ln w="6350">
            <a:solidFill>
              <a:srgbClr val="9DB5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80160" y="2130552"/>
            <a:ext cx="10287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Main.qml</a:t>
            </a:r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Keys.onPressed → dispatchToScene(HOME, PRESS)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280160" y="2404872"/>
            <a:ext cx="10287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physicalToVirtual で X → MENU/HOME 変換。pressedPhysicalKey 記録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77240" y="2587752"/>
            <a:ext cx="0" cy="73152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548640" y="2752344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27523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1143000" y="2706624"/>
            <a:ext cx="10469880" cy="502920"/>
          </a:xfrm>
          <a:prstGeom prst="rect">
            <a:avLst/>
          </a:prstGeom>
          <a:solidFill>
            <a:srgbClr val="CADCFC"/>
          </a:solidFill>
          <a:ln w="6350">
            <a:solidFill>
              <a:srgbClr val="9DB5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280160" y="2752344"/>
            <a:ext cx="10287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KeyDispatcher</a:t>
            </a:r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sceneEventVk=HOME / sceneEventGen++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280160" y="3026664"/>
            <a:ext cx="10287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ローカル binding で SceneBase の onSceneEventGenChanged が発火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77240" y="3209544"/>
            <a:ext cx="0" cy="73152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548640" y="3374136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33741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1143000" y="3328416"/>
            <a:ext cx="10469880" cy="502920"/>
          </a:xfrm>
          <a:prstGeom prst="rect">
            <a:avLst/>
          </a:prstGeom>
          <a:solidFill>
            <a:srgbClr val="CADCFC"/>
          </a:solidFill>
          <a:ln w="6350">
            <a:solidFill>
              <a:srgbClr val="9DB5E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280160" y="3374136"/>
            <a:ext cx="10287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NormalScene</a:t>
            </a:r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handleAbsorb(HOME, PRESS) → false (PRESS は吸収しない)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280160" y="3648456"/>
            <a:ext cx="10287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dispatchToView 経由で View へ転送 (viewEventGen++)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77240" y="3831336"/>
            <a:ext cx="0" cy="73152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548640" y="3995928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39959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1143000" y="3950208"/>
            <a:ext cx="10469880" cy="502920"/>
          </a:xfrm>
          <a:prstGeom prst="rect">
            <a:avLst/>
          </a:prstGeom>
          <a:solidFill>
            <a:srgbClr val="CADCFC"/>
          </a:solidFill>
          <a:ln w="6350">
            <a:solidFill>
              <a:srgbClr val="9DB5E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280160" y="3995928"/>
            <a:ext cx="10287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Qt.Key_X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280160" y="4270248"/>
            <a:ext cx="10287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同じ流れで RELEASE 配送 + CLICK 合成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777240" y="4453128"/>
            <a:ext cx="0" cy="73152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548640" y="4617720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48640" y="4617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36" name="Shape 34"/>
          <p:cNvSpPr/>
          <p:nvPr/>
        </p:nvSpPr>
        <p:spPr>
          <a:xfrm>
            <a:off x="1143000" y="4572000"/>
            <a:ext cx="10469880" cy="502920"/>
          </a:xfrm>
          <a:prstGeom prst="rect">
            <a:avLst/>
          </a:prstGeom>
          <a:solidFill>
            <a:srgbClr val="CADCFC"/>
          </a:solidFill>
          <a:ln w="6350">
            <a:solidFill>
              <a:srgbClr val="9DB5E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280160" y="4617720"/>
            <a:ext cx="10287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Main.qml</a:t>
            </a:r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dispatchToScene(HOME, CLICK) ★ 合成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1280160" y="4892040"/>
            <a:ext cx="10287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 と RELEASE の対が成立したので Main が CLICK を追加発火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777240" y="5074920"/>
            <a:ext cx="0" cy="73152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548640" y="5239512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48640" y="52395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800" dirty="0"/>
          </a:p>
        </p:txBody>
      </p:sp>
      <p:sp>
        <p:nvSpPr>
          <p:cNvPr id="42" name="Shape 40"/>
          <p:cNvSpPr/>
          <p:nvPr/>
        </p:nvSpPr>
        <p:spPr>
          <a:xfrm>
            <a:off x="1143000" y="5193792"/>
            <a:ext cx="10469880" cy="502920"/>
          </a:xfrm>
          <a:prstGeom prst="rect">
            <a:avLst/>
          </a:prstGeom>
          <a:solidFill>
            <a:srgbClr val="CADCFC"/>
          </a:solidFill>
          <a:ln w="6350">
            <a:solidFill>
              <a:srgbClr val="9DB5E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280160" y="5239512"/>
            <a:ext cx="10287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NormalScene</a:t>
            </a:r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handleAbsorb(HOME, CLICK) → true ★ 吸収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1280160" y="5513832"/>
            <a:ext cx="10287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Mediator.requestNavigate(ViewId.NormalHome, Next) を呼ぶ。View には到達しない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777240" y="5696712"/>
            <a:ext cx="0" cy="73152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46" name="Shape 44"/>
          <p:cNvSpPr/>
          <p:nvPr/>
        </p:nvSpPr>
        <p:spPr>
          <a:xfrm>
            <a:off x="548640" y="5861304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48640" y="58613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800" dirty="0"/>
          </a:p>
        </p:txBody>
      </p:sp>
      <p:sp>
        <p:nvSpPr>
          <p:cNvPr id="48" name="Shape 46"/>
          <p:cNvSpPr/>
          <p:nvPr/>
        </p:nvSpPr>
        <p:spPr>
          <a:xfrm>
            <a:off x="1143000" y="5815584"/>
            <a:ext cx="10469880" cy="502920"/>
          </a:xfrm>
          <a:prstGeom prst="rect">
            <a:avLst/>
          </a:prstGeom>
          <a:solidFill>
            <a:srgbClr val="CADCFC"/>
          </a:solidFill>
          <a:ln w="6350">
            <a:solidFill>
              <a:srgbClr val="9DB5E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280160" y="5861304"/>
            <a:ext cx="10287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Mediator → TransitionManager</a:t>
            </a:r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startTransition(ViewId.NormalHome, Next)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1280160" y="6135624"/>
            <a:ext cx="10287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以降は画面切替フロー (slide 5〜7 参照)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11247120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画面切替の概観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Mediator → TransitionManager → views のオーケストレーション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0" y="1463040"/>
            <a:ext cx="3017520" cy="640080"/>
          </a:xfrm>
          <a:prstGeom prst="rect">
            <a:avLst/>
          </a:prstGeom>
          <a:solidFill>
            <a:srgbClr val="FFFFFF"/>
          </a:solidFill>
          <a:ln w="25400">
            <a:solidFill>
              <a:srgbClr val="1E276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0" y="1463040"/>
            <a:ext cx="3017520" cy="457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663440" y="155448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操作 / 自己発火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663440" y="1874520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requestNavigate(viewId, direction)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2560320"/>
            <a:ext cx="4846320" cy="1280160"/>
          </a:xfrm>
          <a:prstGeom prst="rect">
            <a:avLst/>
          </a:prstGeom>
          <a:solidFill>
            <a:srgbClr val="FFFFFF"/>
          </a:solidFill>
          <a:ln w="25400">
            <a:solidFill>
              <a:srgbClr val="1E276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560320"/>
            <a:ext cx="4846320" cy="457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65176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Mediator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2971800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nextLoadingViewId = viewId (公開)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history.push, previousViewId 更新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currentViewId = viewId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closing 入場時は history クリア + closingAborted reset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858000" y="2560320"/>
            <a:ext cx="4846320" cy="1280160"/>
          </a:xfrm>
          <a:prstGeom prst="rect">
            <a:avLst/>
          </a:prstGeom>
          <a:solidFill>
            <a:srgbClr val="FFFFFF"/>
          </a:solidFill>
          <a:ln w="25400">
            <a:solidFill>
              <a:srgbClr val="1E276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858000" y="2560320"/>
            <a:ext cx="4846320" cy="457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949440" y="265176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TransitionManager.startTransition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949440" y="2971800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KeyDispatcher.enabled=false / state=InProgress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cross-scene なら incoming Scene QML をロード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incoming view metadata 設定 → leaving view metadata 設定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incoming view source 設定 ★最後 (write 順 §9-3-1)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303520" y="3200400"/>
            <a:ext cx="1554480" cy="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5166360" y="3063240"/>
            <a:ext cx="182880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startTransition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080760" y="2103120"/>
            <a:ext cx="-3200400" cy="45720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6080760" y="2103120"/>
            <a:ext cx="3200400" cy="45720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457200" y="4389120"/>
            <a:ext cx="4846320" cy="1188720"/>
          </a:xfrm>
          <a:prstGeom prst="rect">
            <a:avLst/>
          </a:prstGeom>
          <a:solidFill>
            <a:srgbClr val="FFFFFF"/>
          </a:solidFill>
          <a:ln w="25400">
            <a:solidFill>
              <a:srgbClr val="D9534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4389120"/>
            <a:ext cx="4846320" cy="45720"/>
          </a:xfrm>
          <a:prstGeom prst="rect">
            <a:avLst/>
          </a:prstGeom>
          <a:solidFill>
            <a:srgbClr val="D9534F"/>
          </a:solidFill>
          <a:ln w="12700">
            <a:solidFill>
              <a:srgbClr val="D9534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448056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5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旧 View (Leaving)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48640" y="4800600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myLifecycle = Leaving 検知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performLeave → leaveAnim.start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onStopped → reportLeaveComplete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858000" y="4389120"/>
            <a:ext cx="4846320" cy="1188720"/>
          </a:xfrm>
          <a:prstGeom prst="rect">
            <a:avLst/>
          </a:prstGeom>
          <a:solidFill>
            <a:srgbClr val="FFFFFF"/>
          </a:solidFill>
          <a:ln w="25400">
            <a:solidFill>
              <a:srgbClr val="5CB85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858000" y="4389120"/>
            <a:ext cx="4846320" cy="45720"/>
          </a:xfrm>
          <a:prstGeom prst="rect">
            <a:avLst/>
          </a:prstGeom>
          <a:solidFill>
            <a:srgbClr val="5CB85C"/>
          </a:solidFill>
          <a:ln w="12700">
            <a:solidFill>
              <a:srgbClr val="5CB85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949440" y="448056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CB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 View (Entering)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949440" y="4800600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Loader が view 構築 → Component.onCompleted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thisViewId 自己取得 (必要なら)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performEnter → enterAnim.start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onStopped → reportEnterComplete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880360" y="3840480"/>
            <a:ext cx="0" cy="54864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29" name="Text 27"/>
          <p:cNvSpPr/>
          <p:nvPr/>
        </p:nvSpPr>
        <p:spPr>
          <a:xfrm>
            <a:off x="1965960" y="3977640"/>
            <a:ext cx="182880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lifecycle = Leaving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9281160" y="3840480"/>
            <a:ext cx="0" cy="54864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31" name="Text 29"/>
          <p:cNvSpPr/>
          <p:nvPr/>
        </p:nvSpPr>
        <p:spPr>
          <a:xfrm>
            <a:off x="8366760" y="3977640"/>
            <a:ext cx="182880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lifecycle = Entering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200400" y="5852160"/>
            <a:ext cx="5760720" cy="731520"/>
          </a:xfrm>
          <a:prstGeom prst="rect">
            <a:avLst/>
          </a:prstGeom>
          <a:solidFill>
            <a:srgbClr val="FFFFFF"/>
          </a:solidFill>
          <a:ln w="25400">
            <a:solidFill>
              <a:srgbClr val="1E2761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200400" y="5852160"/>
            <a:ext cx="5760720" cy="457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291840" y="5943600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TransitionManager.finalizeTransition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3291840" y="6263640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両 view 完了で旧スロット解放 + viewAIsCurrent swap + cross-scene なら旧 scene 解放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KeyDispatcher.enabled=true / finishedGen++ / lastFinishedViewId 更新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2880360" y="5577840"/>
            <a:ext cx="2148840" cy="27432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37" name="Text 35"/>
          <p:cNvSpPr/>
          <p:nvPr/>
        </p:nvSpPr>
        <p:spPr>
          <a:xfrm>
            <a:off x="3040380" y="5577840"/>
            <a:ext cx="182880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reportLeaveComplete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9281160" y="5577840"/>
            <a:ext cx="-2423160" cy="27432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39" name="Text 37"/>
          <p:cNvSpPr/>
          <p:nvPr/>
        </p:nvSpPr>
        <p:spPr>
          <a:xfrm>
            <a:off x="7155180" y="5577840"/>
            <a:ext cx="182880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reportEnterComplete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1247120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同シーン内遷移 シーケンス: home → menu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NormalScene は不変、ViewSlot A→B のクロスフェード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143000" y="1463040"/>
            <a:ext cx="10469880" cy="502920"/>
          </a:xfrm>
          <a:prstGeom prst="rect">
            <a:avLst/>
          </a:prstGeom>
          <a:solidFill>
            <a:srgbClr val="CADCFC"/>
          </a:solidFill>
          <a:ln w="6350">
            <a:solidFill>
              <a:srgbClr val="9DB5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80160" y="1508760"/>
            <a:ext cx="10287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NormalScene</a:t>
            </a:r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handleAbsorb(MENU, CLICK) → requestNavigate(ViewId.NormalMenu, Next)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280160" y="1783080"/>
            <a:ext cx="10287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MENU(Z) 吸収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77240" y="1965960"/>
            <a:ext cx="0" cy="73152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548640" y="2130552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1305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143000" y="2084832"/>
            <a:ext cx="10469880" cy="502920"/>
          </a:xfrm>
          <a:prstGeom prst="rect">
            <a:avLst/>
          </a:prstGeom>
          <a:solidFill>
            <a:srgbClr val="CADCFC"/>
          </a:solidFill>
          <a:ln w="6350">
            <a:solidFill>
              <a:srgbClr val="9DB5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80160" y="2130552"/>
            <a:ext cx="10287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Mediator</a:t>
            </a:r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nextLoadingViewId 公開 / history.push / currentViewId 更新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280160" y="2404872"/>
            <a:ext cx="10287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77240" y="2587752"/>
            <a:ext cx="0" cy="73152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548640" y="2752344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27523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1143000" y="2706624"/>
            <a:ext cx="10469880" cy="502920"/>
          </a:xfrm>
          <a:prstGeom prst="rect">
            <a:avLst/>
          </a:prstGeom>
          <a:solidFill>
            <a:srgbClr val="CADCFC"/>
          </a:solidFill>
          <a:ln w="6350">
            <a:solidFill>
              <a:srgbClr val="9DB5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280160" y="2752344"/>
            <a:ext cx="10287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TransitionManager</a:t>
            </a:r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startTransition(ViewId.NormalMenu, Next)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280160" y="3026664"/>
            <a:ext cx="10287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enabled=false / state=InProgress (sceneChanged=false なので scene は触らず)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77240" y="3209544"/>
            <a:ext cx="0" cy="73152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548640" y="3374136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33741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1143000" y="3328416"/>
            <a:ext cx="10469880" cy="502920"/>
          </a:xfrm>
          <a:prstGeom prst="rect">
            <a:avLst/>
          </a:prstGeom>
          <a:solidFill>
            <a:srgbClr val="CADCFC"/>
          </a:solidFill>
          <a:ln w="6350">
            <a:solidFill>
              <a:srgbClr val="9DB5E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280160" y="3374136"/>
            <a:ext cx="10287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TransitionManager</a:t>
            </a:r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viewSlotB metadata 設定 → viewSlotA metadata 設定 → viewSlotBSource ★最後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280160" y="3648456"/>
            <a:ext cx="10287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順序: incoming meta → leaving meta → incoming source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77240" y="3831336"/>
            <a:ext cx="0" cy="73152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548640" y="3995928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39959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1143000" y="3950208"/>
            <a:ext cx="10469880" cy="502920"/>
          </a:xfrm>
          <a:prstGeom prst="rect">
            <a:avLst/>
          </a:prstGeom>
          <a:solidFill>
            <a:srgbClr val="CADCFC"/>
          </a:solidFill>
          <a:ln w="6350">
            <a:solidFill>
              <a:srgbClr val="9DB5E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280160" y="3995928"/>
            <a:ext cx="10287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HomeView (slot A)</a:t>
            </a:r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myLifecycle=Leaving 検知 → performLeave → leaveAnim.start (random ms)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280160" y="4270248"/>
            <a:ext cx="10287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 確率で 0ms (instant + Qt.callLater 報告)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777240" y="4453128"/>
            <a:ext cx="0" cy="73152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548640" y="4617720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48640" y="4617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36" name="Shape 34"/>
          <p:cNvSpPr/>
          <p:nvPr/>
        </p:nvSpPr>
        <p:spPr>
          <a:xfrm>
            <a:off x="1143000" y="4572000"/>
            <a:ext cx="10469880" cy="502920"/>
          </a:xfrm>
          <a:prstGeom prst="rect">
            <a:avLst/>
          </a:prstGeom>
          <a:solidFill>
            <a:srgbClr val="CADCFC"/>
          </a:solidFill>
          <a:ln w="6350">
            <a:solidFill>
              <a:srgbClr val="9DB5E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280160" y="4617720"/>
            <a:ext cx="10287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MenuView (slot B 新規ロード)</a:t>
            </a:r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Component.onCompleted → onEntering で cursor 復元 → performEnter → enterAnim.start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1280160" y="4892040"/>
            <a:ext cx="10287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previousViewId に応じて cursorIndex = 0/1/2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777240" y="5074920"/>
            <a:ext cx="0" cy="73152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548640" y="5239512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48640" y="52395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800" dirty="0"/>
          </a:p>
        </p:txBody>
      </p:sp>
      <p:sp>
        <p:nvSpPr>
          <p:cNvPr id="42" name="Shape 40"/>
          <p:cNvSpPr/>
          <p:nvPr/>
        </p:nvSpPr>
        <p:spPr>
          <a:xfrm>
            <a:off x="1143000" y="5193792"/>
            <a:ext cx="10469880" cy="502920"/>
          </a:xfrm>
          <a:prstGeom prst="rect">
            <a:avLst/>
          </a:prstGeom>
          <a:solidFill>
            <a:srgbClr val="CADCFC"/>
          </a:solidFill>
          <a:ln w="6350">
            <a:solidFill>
              <a:srgbClr val="9DB5E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280160" y="5239512"/>
            <a:ext cx="10287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HomeView / MenuView</a:t>
            </a:r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それぞれ onStopped → reportLeaveComplete / reportEnterComplete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1280160" y="5513832"/>
            <a:ext cx="10287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777240" y="5696712"/>
            <a:ext cx="0" cy="73152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46" name="Shape 44"/>
          <p:cNvSpPr/>
          <p:nvPr/>
        </p:nvSpPr>
        <p:spPr>
          <a:xfrm>
            <a:off x="548640" y="5861304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48640" y="58613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800" dirty="0"/>
          </a:p>
        </p:txBody>
      </p:sp>
      <p:sp>
        <p:nvSpPr>
          <p:cNvPr id="48" name="Shape 46"/>
          <p:cNvSpPr/>
          <p:nvPr/>
        </p:nvSpPr>
        <p:spPr>
          <a:xfrm>
            <a:off x="1143000" y="5815584"/>
            <a:ext cx="10469880" cy="502920"/>
          </a:xfrm>
          <a:prstGeom prst="rect">
            <a:avLst/>
          </a:prstGeom>
          <a:solidFill>
            <a:srgbClr val="CADCFC"/>
          </a:solidFill>
          <a:ln w="6350">
            <a:solidFill>
              <a:srgbClr val="9DB5E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280160" y="5861304"/>
            <a:ext cx="10287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TransitionManager</a:t>
            </a:r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両完了確認 → finalizeTransition (HomeView 解放 / viewAIsCurrent=false)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1280160" y="6135624"/>
            <a:ext cx="10287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enabled=true / finishedGen++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11247120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シーン跨ぎ遷移 シーケンス: normal/home → closing/closing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 Scene QML ロード + view leave/enter が並走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143000" y="1463040"/>
            <a:ext cx="10469880" cy="502920"/>
          </a:xfrm>
          <a:prstGeom prst="rect">
            <a:avLst/>
          </a:prstGeom>
          <a:solidFill>
            <a:srgbClr val="CADCFC"/>
          </a:solidFill>
          <a:ln w="6350">
            <a:solidFill>
              <a:srgbClr val="9DB5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80160" y="1508760"/>
            <a:ext cx="10287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HomeView</a:t>
            </a:r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CLICK → requestNavigate(ViewId.ClosingClosing, Next)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280160" y="1783080"/>
            <a:ext cx="10287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内部から自己発火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77240" y="1965960"/>
            <a:ext cx="0" cy="73152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548640" y="2130552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1305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143000" y="2084832"/>
            <a:ext cx="10469880" cy="502920"/>
          </a:xfrm>
          <a:prstGeom prst="rect">
            <a:avLst/>
          </a:prstGeom>
          <a:solidFill>
            <a:srgbClr val="CADCFC"/>
          </a:solidFill>
          <a:ln w="6350">
            <a:solidFill>
              <a:srgbClr val="9DB5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80160" y="2130552"/>
            <a:ext cx="10287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Mediator</a:t>
            </a:r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 クリア (closing 入場) / closingAborted=false / nextLoadingViewId 公開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280160" y="2404872"/>
            <a:ext cx="10287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77240" y="2587752"/>
            <a:ext cx="0" cy="73152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548640" y="2752344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27523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1143000" y="2706624"/>
            <a:ext cx="10469880" cy="502920"/>
          </a:xfrm>
          <a:prstGeom prst="rect">
            <a:avLst/>
          </a:prstGeom>
          <a:solidFill>
            <a:srgbClr val="CADCFC"/>
          </a:solidFill>
          <a:ln w="6350">
            <a:solidFill>
              <a:srgbClr val="9DB5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280160" y="2752344"/>
            <a:ext cx="10287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TransitionManager</a:t>
            </a:r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startTransition / sceneSourceB = ClosingScene.qml (cross-scene)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280160" y="3026664"/>
            <a:ext cx="10287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ClosingScene が同期構築されリスナ登録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77240" y="3209544"/>
            <a:ext cx="0" cy="73152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548640" y="3374136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33741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1143000" y="3328416"/>
            <a:ext cx="10469880" cy="502920"/>
          </a:xfrm>
          <a:prstGeom prst="rect">
            <a:avLst/>
          </a:prstGeom>
          <a:solidFill>
            <a:srgbClr val="CADCFC"/>
          </a:solidFill>
          <a:ln w="6350">
            <a:solidFill>
              <a:srgbClr val="9DB5E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280160" y="3374136"/>
            <a:ext cx="10287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TransitionManager</a:t>
            </a:r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viewSlot 設定: closing 側 = Entering / home 側 = Leaving / Source ★最後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280160" y="3648456"/>
            <a:ext cx="10287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77240" y="3831336"/>
            <a:ext cx="0" cy="73152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548640" y="3995928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39959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1143000" y="3950208"/>
            <a:ext cx="10469880" cy="502920"/>
          </a:xfrm>
          <a:prstGeom prst="rect">
            <a:avLst/>
          </a:prstGeom>
          <a:solidFill>
            <a:srgbClr val="CADCFC"/>
          </a:solidFill>
          <a:ln w="6350">
            <a:solidFill>
              <a:srgbClr val="9DB5E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280160" y="3995928"/>
            <a:ext cx="10287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HomeView (旧 NormalScene 内)</a:t>
            </a:r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myLifecycle=Leaving → leaveAnim.start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280160" y="4270248"/>
            <a:ext cx="10287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scene-filtered binding で NormalScene 側のみ反応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777240" y="4453128"/>
            <a:ext cx="0" cy="73152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548640" y="4617720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48640" y="4617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36" name="Shape 34"/>
          <p:cNvSpPr/>
          <p:nvPr/>
        </p:nvSpPr>
        <p:spPr>
          <a:xfrm>
            <a:off x="1143000" y="4572000"/>
            <a:ext cx="10469880" cy="502920"/>
          </a:xfrm>
          <a:prstGeom prst="rect">
            <a:avLst/>
          </a:prstGeom>
          <a:solidFill>
            <a:srgbClr val="CADCFC"/>
          </a:solidFill>
          <a:ln w="6350">
            <a:solidFill>
              <a:srgbClr val="9DB5E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280160" y="4617720"/>
            <a:ext cx="10287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ClosingView (新 ClosingScene 内)</a:t>
            </a:r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performEnter (custom): opacity=1 即可視 / Qt.callLater(emitEnterComplete) / internalAnim.start (3s)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1280160" y="4892040"/>
            <a:ext cx="10287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「即完了 Enter + 内部別走」パターン (§10-2)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777240" y="5074920"/>
            <a:ext cx="0" cy="73152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548640" y="5239512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48640" y="52395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800" dirty="0"/>
          </a:p>
        </p:txBody>
      </p:sp>
      <p:sp>
        <p:nvSpPr>
          <p:cNvPr id="42" name="Shape 40"/>
          <p:cNvSpPr/>
          <p:nvPr/>
        </p:nvSpPr>
        <p:spPr>
          <a:xfrm>
            <a:off x="1143000" y="5193792"/>
            <a:ext cx="10469880" cy="502920"/>
          </a:xfrm>
          <a:prstGeom prst="rect">
            <a:avLst/>
          </a:prstGeom>
          <a:solidFill>
            <a:srgbClr val="CADCFC"/>
          </a:solidFill>
          <a:ln w="6350">
            <a:solidFill>
              <a:srgbClr val="9DB5E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280160" y="5239512"/>
            <a:ext cx="10287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TransitionManager</a:t>
            </a:r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両完了 → finalizeTransition / NormalScene 解放 (sceneSourceA='')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1280160" y="5513832"/>
            <a:ext cx="10287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777240" y="5696712"/>
            <a:ext cx="0" cy="73152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46" name="Shape 44"/>
          <p:cNvSpPr/>
          <p:nvPr/>
        </p:nvSpPr>
        <p:spPr>
          <a:xfrm>
            <a:off x="548640" y="5861304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48640" y="58613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800" dirty="0"/>
          </a:p>
        </p:txBody>
      </p:sp>
      <p:sp>
        <p:nvSpPr>
          <p:cNvPr id="48" name="Shape 46"/>
          <p:cNvSpPr/>
          <p:nvPr/>
        </p:nvSpPr>
        <p:spPr>
          <a:xfrm>
            <a:off x="1143000" y="5815584"/>
            <a:ext cx="10469880" cy="502920"/>
          </a:xfrm>
          <a:prstGeom prst="rect">
            <a:avLst/>
          </a:prstGeom>
          <a:solidFill>
            <a:srgbClr val="CADCFC"/>
          </a:solidFill>
          <a:ln w="6350">
            <a:solidFill>
              <a:srgbClr val="9DB5E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280160" y="5861304"/>
            <a:ext cx="10287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ClosingView (state=Idle)</a:t>
            </a:r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internalAnim 走行中。enabled=true なので BACK/HOME で中断可能 (slide 8)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1280160" y="6135624"/>
            <a:ext cx="10287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自然完了で Qt.quit() (closingAborted=false の場合)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11247120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 中断シーケンス: BACK で home へ復帰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順序が重要 (§10-2-1): フラグ → 強制アンロード → requestNavigate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143000" y="1463040"/>
            <a:ext cx="10469880" cy="502920"/>
          </a:xfrm>
          <a:prstGeom prst="rect">
            <a:avLst/>
          </a:prstGeom>
          <a:solidFill>
            <a:srgbClr val="CADCFC"/>
          </a:solidFill>
          <a:ln w="6350">
            <a:solidFill>
              <a:srgbClr val="9DB5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80160" y="1508760"/>
            <a:ext cx="10287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BACK(C) PRESS/RELEASE/CLICK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280160" y="1783080"/>
            <a:ext cx="10287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 の内部アニメ走行中 (state=Idle / enabled=true)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77240" y="1965960"/>
            <a:ext cx="0" cy="73152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548640" y="2130552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1305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143000" y="2084832"/>
            <a:ext cx="10469880" cy="502920"/>
          </a:xfrm>
          <a:prstGeom prst="rect">
            <a:avLst/>
          </a:prstGeom>
          <a:solidFill>
            <a:srgbClr val="CADCFC"/>
          </a:solidFill>
          <a:ln w="6350">
            <a:solidFill>
              <a:srgbClr val="9DB5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80160" y="2130552"/>
            <a:ext cx="10287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ClosingScene</a:t>
            </a:r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handleAbsorb(BACK, CLICK) → true (中断手順開始)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280160" y="2404872"/>
            <a:ext cx="10287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77240" y="2587752"/>
            <a:ext cx="0" cy="73152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548640" y="2752344"/>
            <a:ext cx="457200" cy="457200"/>
          </a:xfrm>
          <a:prstGeom prst="ellipse">
            <a:avLst/>
          </a:prstGeom>
          <a:solidFill>
            <a:srgbClr val="D9534F"/>
          </a:solidFill>
          <a:ln w="12700">
            <a:solidFill>
              <a:srgbClr val="D9534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27523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1143000" y="2706624"/>
            <a:ext cx="10469880" cy="502920"/>
          </a:xfrm>
          <a:prstGeom prst="rect">
            <a:avLst/>
          </a:prstGeom>
          <a:solidFill>
            <a:srgbClr val="FCE4E4"/>
          </a:solidFill>
          <a:ln w="6350">
            <a:solidFill>
              <a:srgbClr val="9DB5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280160" y="2752344"/>
            <a:ext cx="10287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ClosingScene</a:t>
            </a:r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Mediator.closingAborted = true   ① 自然完了側を抑止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280160" y="3026664"/>
            <a:ext cx="10287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順序ルール: 必ずフラグを先に立てる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77240" y="3209544"/>
            <a:ext cx="0" cy="73152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548640" y="3374136"/>
            <a:ext cx="457200" cy="457200"/>
          </a:xfrm>
          <a:prstGeom prst="ellipse">
            <a:avLst/>
          </a:prstGeom>
          <a:solidFill>
            <a:srgbClr val="D9534F"/>
          </a:solidFill>
          <a:ln w="12700">
            <a:solidFill>
              <a:srgbClr val="D9534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33741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1143000" y="3328416"/>
            <a:ext cx="10469880" cy="502920"/>
          </a:xfrm>
          <a:prstGeom prst="rect">
            <a:avLst/>
          </a:prstGeom>
          <a:solidFill>
            <a:srgbClr val="FCE4E4"/>
          </a:solidFill>
          <a:ln w="6350">
            <a:solidFill>
              <a:srgbClr val="9DB5E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280160" y="3374136"/>
            <a:ext cx="10287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ClosingScene</a:t>
            </a:r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TransitionManager.forceUnloadCurrentView()   ② current 強制アンロード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280160" y="3648456"/>
            <a:ext cx="10287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ClosingView 破棄 / state=Idle / enabled=true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77240" y="3831336"/>
            <a:ext cx="0" cy="73152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548640" y="3995928"/>
            <a:ext cx="457200" cy="457200"/>
          </a:xfrm>
          <a:prstGeom prst="ellipse">
            <a:avLst/>
          </a:prstGeom>
          <a:solidFill>
            <a:srgbClr val="D9534F"/>
          </a:solidFill>
          <a:ln w="12700">
            <a:solidFill>
              <a:srgbClr val="D9534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39959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1143000" y="3950208"/>
            <a:ext cx="10469880" cy="502920"/>
          </a:xfrm>
          <a:prstGeom prst="rect">
            <a:avLst/>
          </a:prstGeom>
          <a:solidFill>
            <a:srgbClr val="FCE4E4"/>
          </a:solidFill>
          <a:ln w="6350">
            <a:solidFill>
              <a:srgbClr val="9DB5E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280160" y="3995928"/>
            <a:ext cx="10287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ClosingScene</a:t>
            </a:r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Mediator.requestNavigate(ViewId.NormalHome, Back)   ③ 新規遷移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280160" y="4270248"/>
            <a:ext cx="10287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direction=Back で home へ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777240" y="4453128"/>
            <a:ext cx="0" cy="73152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548640" y="4617720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48640" y="4617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36" name="Shape 34"/>
          <p:cNvSpPr/>
          <p:nvPr/>
        </p:nvSpPr>
        <p:spPr>
          <a:xfrm>
            <a:off x="1143000" y="4572000"/>
            <a:ext cx="10469880" cy="502920"/>
          </a:xfrm>
          <a:prstGeom prst="rect">
            <a:avLst/>
          </a:prstGeom>
          <a:solidFill>
            <a:srgbClr val="CADCFC"/>
          </a:solidFill>
          <a:ln w="6350">
            <a:solidFill>
              <a:srgbClr val="9DB5E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280160" y="4617720"/>
            <a:ext cx="10287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TransitionManager</a:t>
            </a:r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startTransition: hasLeavingView=false (forceUnload 直後で空)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1280160" y="4892040"/>
            <a:ext cx="10287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単独モード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777240" y="5074920"/>
            <a:ext cx="0" cy="73152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548640" y="5239512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48640" y="52395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800" dirty="0"/>
          </a:p>
        </p:txBody>
      </p:sp>
      <p:sp>
        <p:nvSpPr>
          <p:cNvPr id="42" name="Shape 40"/>
          <p:cNvSpPr/>
          <p:nvPr/>
        </p:nvSpPr>
        <p:spPr>
          <a:xfrm>
            <a:off x="1143000" y="5193792"/>
            <a:ext cx="10469880" cy="502920"/>
          </a:xfrm>
          <a:prstGeom prst="rect">
            <a:avLst/>
          </a:prstGeom>
          <a:solidFill>
            <a:srgbClr val="CADCFC"/>
          </a:solidFill>
          <a:ln w="6350">
            <a:solidFill>
              <a:srgbClr val="9DB5E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280160" y="5239512"/>
            <a:ext cx="10287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HomeView 新規ロード</a:t>
            </a:r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performEnter → enterAnim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1280160" y="5513832"/>
            <a:ext cx="10287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通常の enter フロー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777240" y="5696712"/>
            <a:ext cx="0" cy="73152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46" name="Shape 44"/>
          <p:cNvSpPr/>
          <p:nvPr/>
        </p:nvSpPr>
        <p:spPr>
          <a:xfrm>
            <a:off x="548640" y="5861304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48640" y="58613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800" dirty="0"/>
          </a:p>
        </p:txBody>
      </p:sp>
      <p:sp>
        <p:nvSpPr>
          <p:cNvPr id="48" name="Shape 46"/>
          <p:cNvSpPr/>
          <p:nvPr/>
        </p:nvSpPr>
        <p:spPr>
          <a:xfrm>
            <a:off x="1143000" y="5815584"/>
            <a:ext cx="10469880" cy="502920"/>
          </a:xfrm>
          <a:prstGeom prst="rect">
            <a:avLst/>
          </a:prstGeom>
          <a:solidFill>
            <a:srgbClr val="CADCFC"/>
          </a:solidFill>
          <a:ln w="6350">
            <a:solidFill>
              <a:srgbClr val="9DB5E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280160" y="5861304"/>
            <a:ext cx="10287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TransitionManager</a:t>
            </a:r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finalizeTransition / ClosingScene 解放 (sceneSourceB='')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1280160" y="6135624"/>
            <a:ext cx="10287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復帰完了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11247120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同一 QML 多重 ID パターン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Sample2View.qml が sample2a / sample2b 両方を担当 (継承不要)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5486400" cy="640080"/>
          </a:xfrm>
          <a:prstGeom prst="rect">
            <a:avLst/>
          </a:prstGeom>
          <a:solidFill>
            <a:srgbClr val="FFFFFF"/>
          </a:solidFill>
          <a:ln w="25400">
            <a:solidFill>
              <a:srgbClr val="1E276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463040"/>
            <a:ext cx="5486400" cy="457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55448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Mediator.requestNavigate(ViewId.NormalSample2a)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1874520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nextLoadingViewId = ViewId.NormalSample2a を先行公開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2286000"/>
            <a:ext cx="5486400" cy="640080"/>
          </a:xfrm>
          <a:prstGeom prst="rect">
            <a:avLst/>
          </a:prstGeom>
          <a:solidFill>
            <a:srgbClr val="FFFFFF"/>
          </a:solidFill>
          <a:ln w="25400">
            <a:solidFill>
              <a:srgbClr val="1E276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286000"/>
            <a:ext cx="5486400" cy="457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37744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ViewId.fileOf(ViewId.NormalSample2a)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2697480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"Sample2View.qml" (= ViewId.NormalSample2b と同じ)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3108960"/>
            <a:ext cx="5486400" cy="640080"/>
          </a:xfrm>
          <a:prstGeom prst="rect">
            <a:avLst/>
          </a:prstGeom>
          <a:solidFill>
            <a:srgbClr val="FFFFFF"/>
          </a:solidFill>
          <a:ln w="25400">
            <a:solidFill>
              <a:srgbClr val="1E276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3108960"/>
            <a:ext cx="5486400" cy="457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320040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Loader が Sample2View.qml をロード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8640" y="3520440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ViewSlot の source 変更で同期構築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3931920"/>
            <a:ext cx="5486400" cy="914400"/>
          </a:xfrm>
          <a:prstGeom prst="rect">
            <a:avLst/>
          </a:prstGeom>
          <a:solidFill>
            <a:srgbClr val="FFFFFF"/>
          </a:solidFill>
          <a:ln w="25400">
            <a:solidFill>
              <a:srgbClr val="F2A41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3931920"/>
            <a:ext cx="5486400" cy="45720"/>
          </a:xfrm>
          <a:prstGeom prst="rect">
            <a:avLst/>
          </a:prstGeom>
          <a:solidFill>
            <a:srgbClr val="F2A413"/>
          </a:solidFill>
          <a:ln w="12700">
            <a:solidFill>
              <a:srgbClr val="F2A41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402336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A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ViewBase.Component.onCompleted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8640" y="434340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(thisViewId === 0) thisViewId = Mediator.nextLoadingViewId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thisViewId = ViewId.NormalSample2a に確定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5029200"/>
            <a:ext cx="5486400" cy="822960"/>
          </a:xfrm>
          <a:prstGeom prst="rect">
            <a:avLst/>
          </a:prstGeom>
          <a:solidFill>
            <a:srgbClr val="FFFFFF"/>
          </a:solidFill>
          <a:ln w="25400">
            <a:solidFill>
              <a:srgbClr val="5CB85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5029200"/>
            <a:ext cx="5486400" cy="45720"/>
          </a:xfrm>
          <a:prstGeom prst="rect">
            <a:avLst/>
          </a:prstGeom>
          <a:solidFill>
            <a:srgbClr val="5CB85C"/>
          </a:solidFill>
          <a:ln w="12700">
            <a:solidFill>
              <a:srgbClr val="5CB85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512064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CB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 isVariantA = true → displayName="SAMPLE 2A" / 紫背景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48640" y="544068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isVariantB だったら "SAMPLE 2B" / 藍背景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217920" y="1463040"/>
            <a:ext cx="5486400" cy="4846320"/>
          </a:xfrm>
          <a:prstGeom prst="rect">
            <a:avLst/>
          </a:prstGeom>
          <a:solidFill>
            <a:srgbClr val="162038"/>
          </a:solidFill>
          <a:ln w="12700">
            <a:solidFill>
              <a:srgbClr val="16203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55080" y="150876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Sample2View.qml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355080" y="1874520"/>
            <a:ext cx="521208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ViewBase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// thisViewId を明示しない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// → ViewBase の Component.onCompleted で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//   Mediator.nextLoadingViewId から動的取得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readonly property bool isVariantA: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thisViewId === ViewId.ViewId.NormalSample2a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readonly property bool isVariantB: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thisViewId === ViewId.ViewId.NormalSample2b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displayName: isVariantA ? "SAMPLE 2A"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                 : "SAMPLE 2B"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backgroundColor: isVariantA ? "#6a1b9a"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                     : "#283593"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function onViewKey(vk, ve)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if (ve !== Event.Event.Click) return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if (vk === Key.Key.Back)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 Mediator.requestNavigate(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     ViewId.ViewId.NormalMenu,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     Direction.Direction.Back)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}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継承で派生クラスを増やさず、内部変数で挙動分岐できる。Mediator.nextLoadingViewId は進行中 transition の incoming 1 つだけなので衝突しない。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1247120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設計ポイントまとめ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10881360" cy="777240"/>
          </a:xfrm>
          <a:prstGeom prst="rect">
            <a:avLst/>
          </a:prstGeom>
          <a:solidFill>
            <a:srgbClr val="162038"/>
          </a:solidFill>
          <a:ln w="6350">
            <a:solidFill>
              <a:srgbClr val="9DB5E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371600"/>
            <a:ext cx="91440" cy="777240"/>
          </a:xfrm>
          <a:prstGeom prst="rect">
            <a:avLst/>
          </a:prstGeom>
          <a:solidFill>
            <a:srgbClr val="F2A413"/>
          </a:solidFill>
          <a:ln w="12700">
            <a:solidFill>
              <a:srgbClr val="F2A41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408176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主導ライフサイクル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68680" y="1682496"/>
            <a:ext cx="106070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TransitionManager は「Enter/Leave を始めて」「終わった?」だけ。実処理 (バックエンド・アニメ) は view 自身。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 のランダムフェードは「不定時間処理」の placeholder。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40080" y="2221992"/>
            <a:ext cx="10881360" cy="777240"/>
          </a:xfrm>
          <a:prstGeom prst="rect">
            <a:avLst/>
          </a:prstGeom>
          <a:solidFill>
            <a:srgbClr val="162038"/>
          </a:solidFill>
          <a:ln w="6350">
            <a:solidFill>
              <a:srgbClr val="9DB5E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2221992"/>
            <a:ext cx="91440" cy="777240"/>
          </a:xfrm>
          <a:prstGeom prst="rect">
            <a:avLst/>
          </a:prstGeom>
          <a:solidFill>
            <a:srgbClr val="F2A413"/>
          </a:solidFill>
          <a:ln w="12700">
            <a:solidFill>
              <a:srgbClr val="F2A41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2258568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scene-filtered binding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68680" y="2532888"/>
            <a:ext cx="106070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cross-scene 中に旧/新 Scene の Loader が同じ singleton プロパティを購読しても衝突しない仕組み (ViewId.sceneOf で自シーン判定)。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40080" y="3072384"/>
            <a:ext cx="10881360" cy="777240"/>
          </a:xfrm>
          <a:prstGeom prst="rect">
            <a:avLst/>
          </a:prstGeom>
          <a:solidFill>
            <a:srgbClr val="162038"/>
          </a:solidFill>
          <a:ln w="6350">
            <a:solidFill>
              <a:srgbClr val="9DB5E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" y="3072384"/>
            <a:ext cx="91440" cy="777240"/>
          </a:xfrm>
          <a:prstGeom prst="rect">
            <a:avLst/>
          </a:prstGeom>
          <a:solidFill>
            <a:srgbClr val="F2A413"/>
          </a:solidFill>
          <a:ln w="12700">
            <a:solidFill>
              <a:srgbClr val="F2A41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310896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property-token + binding (Connections 非依存)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68680" y="3383280"/>
            <a:ext cx="106070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QUL では singleton 向け Connections が不安定。世代カウンタ + ローカル binding + on*Changed + ready ガード で signal を代替。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40080" y="3922776"/>
            <a:ext cx="10881360" cy="777240"/>
          </a:xfrm>
          <a:prstGeom prst="rect">
            <a:avLst/>
          </a:prstGeom>
          <a:solidFill>
            <a:srgbClr val="162038"/>
          </a:solidFill>
          <a:ln w="6350">
            <a:solidFill>
              <a:srgbClr val="9DB5E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" y="3922776"/>
            <a:ext cx="91440" cy="777240"/>
          </a:xfrm>
          <a:prstGeom prst="rect">
            <a:avLst/>
          </a:prstGeom>
          <a:solidFill>
            <a:srgbClr val="F2A413"/>
          </a:solidFill>
          <a:ln w="12700">
            <a:solidFill>
              <a:srgbClr val="F2A41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3959352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整数 ID (bit-packed) + enum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68680" y="4233672"/>
            <a:ext cx="106070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viewId は ((sceneId &lt;&lt; 8) | localId) の int。SceneId / ViewId 単独の enum singleton 内で定義 (QUL 2.9 の enum 構文)。文字列名は ViewId.nameOf() でログ可読化のみに使用。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40080" y="4773168"/>
            <a:ext cx="10881360" cy="777240"/>
          </a:xfrm>
          <a:prstGeom prst="rect">
            <a:avLst/>
          </a:prstGeom>
          <a:solidFill>
            <a:srgbClr val="162038"/>
          </a:solidFill>
          <a:ln w="6350">
            <a:solidFill>
              <a:srgbClr val="9DB5E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0080" y="4773168"/>
            <a:ext cx="91440" cy="777240"/>
          </a:xfrm>
          <a:prstGeom prst="rect">
            <a:avLst/>
          </a:prstGeom>
          <a:solidFill>
            <a:srgbClr val="F2A413"/>
          </a:solidFill>
          <a:ln w="12700">
            <a:solidFill>
              <a:srgbClr val="F2A41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68680" y="4809744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同一 QML 多重 ID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68680" y="5084064"/>
            <a:ext cx="106070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Mediator.nextLoadingViewId 経由で ViewBase が thisViewId を自己取得。継承で派生を増やさず内部変数で挙動分岐。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40080" y="5623560"/>
            <a:ext cx="10881360" cy="777240"/>
          </a:xfrm>
          <a:prstGeom prst="rect">
            <a:avLst/>
          </a:prstGeom>
          <a:solidFill>
            <a:srgbClr val="162038"/>
          </a:solidFill>
          <a:ln w="6350">
            <a:solidFill>
              <a:srgbClr val="9DB5E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0080" y="5623560"/>
            <a:ext cx="91440" cy="777240"/>
          </a:xfrm>
          <a:prstGeom prst="rect">
            <a:avLst/>
          </a:prstGeom>
          <a:solidFill>
            <a:srgbClr val="F2A413"/>
          </a:solidFill>
          <a:ln w="12700">
            <a:solidFill>
              <a:srgbClr val="F2A41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68680" y="5660136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 中断の順序ルール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68680" y="5934456"/>
            <a:ext cx="106070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closingAborted=true → forceUnloadCurrentView → requestNavigate(home, Back) の順を守る。逆順だと Qt.quit 誤発の race。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DB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ご覧いただきありがとうございました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QUL Loader Navigation POC - 切り替えと仮想キー通知</dc:title>
  <dc:subject>PptxGenJS Presentation</dc:subject>
  <dc:creator>qul-loader-navigation-poc</dc:creator>
  <cp:lastModifiedBy>qul-loader-navigation-poc</cp:lastModifiedBy>
  <cp:revision>1</cp:revision>
  <dcterms:created xsi:type="dcterms:W3CDTF">2026-05-28T17:23:02Z</dcterms:created>
  <dcterms:modified xsi:type="dcterms:W3CDTF">2026-05-28T17:23:02Z</dcterms:modified>
</cp:coreProperties>
</file>